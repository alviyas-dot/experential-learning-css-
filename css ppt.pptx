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64005-6E79-44CE-AFB4-0F242A5B4748}" v="2" dt="2026-04-14T15:38:34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2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9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9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6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4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0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0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8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7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9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464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839B-8E80-A84E-FF47-D43B0A518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sz="6600" dirty="0"/>
              <a:t>PORTFOLIO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0847D-41F1-2196-EC03-64C07772B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37160" y="2971800"/>
            <a:ext cx="352594" cy="77609"/>
          </a:xfrm>
        </p:spPr>
        <p:txBody>
          <a:bodyPr>
            <a:no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E513F-6B97-771A-1E67-38249FBF2026}"/>
              </a:ext>
            </a:extLst>
          </p:cNvPr>
          <p:cNvSpPr txBox="1"/>
          <p:nvPr/>
        </p:nvSpPr>
        <p:spPr>
          <a:xfrm>
            <a:off x="676656" y="3557656"/>
            <a:ext cx="104881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AIM :  Professional portfolio for a freelancer</a:t>
            </a:r>
          </a:p>
          <a:p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 freelance graphic designer needs a portfolio. Include a </a:t>
            </a:r>
            <a:r>
              <a:rPr lang="en-US" sz="28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bio,a</a:t>
            </a:r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filterable gallery of their work (using </a:t>
            </a:r>
            <a:r>
              <a:rPr lang="en-US" sz="28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css</a:t>
            </a:r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grid) ,a client testimonial slider, and a contact section</a:t>
            </a:r>
            <a:r>
              <a:rPr lang="en-US" sz="1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.  </a:t>
            </a:r>
            <a:endParaRPr lang="en-IN" sz="1800" dirty="0">
              <a:solidFill>
                <a:schemeClr val="accent1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14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F113-DDB7-91E9-70CE-2C11D33C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CODE (CSS)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4BB2C-7BC5-D8D6-7CDE-E39C662082FD}"/>
              </a:ext>
            </a:extLst>
          </p:cNvPr>
          <p:cNvSpPr txBox="1"/>
          <p:nvPr/>
        </p:nvSpPr>
        <p:spPr>
          <a:xfrm>
            <a:off x="356616" y="2057399"/>
            <a:ext cx="101224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&lt;title&gt;Alviya's Portfolio&lt;/title&gt;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&lt;link </a:t>
            </a:r>
            <a:r>
              <a:rPr lang="en-IN" dirty="0" err="1"/>
              <a:t>href</a:t>
            </a:r>
            <a:r>
              <a:rPr lang="en-IN" dirty="0"/>
              <a:t>="https://fonts.googleapis.com/css2?family=Poppins:wght@300;500;700&amp;display=swap" </a:t>
            </a:r>
            <a:r>
              <a:rPr lang="en-IN" dirty="0" err="1"/>
              <a:t>rel</a:t>
            </a:r>
            <a:r>
              <a:rPr lang="en-IN" dirty="0"/>
              <a:t>="stylesheet"&gt;</a:t>
            </a:r>
          </a:p>
          <a:p>
            <a:endParaRPr lang="en-IN" dirty="0"/>
          </a:p>
          <a:p>
            <a:r>
              <a:rPr lang="en-IN" dirty="0"/>
              <a:t>    &lt;style&gt;</a:t>
            </a:r>
          </a:p>
          <a:p>
            <a:endParaRPr lang="en-IN" dirty="0"/>
          </a:p>
          <a:p>
            <a:r>
              <a:rPr lang="en-IN" dirty="0"/>
              <a:t>        * {</a:t>
            </a:r>
          </a:p>
          <a:p>
            <a:r>
              <a:rPr lang="en-IN" dirty="0"/>
              <a:t>            margin: 0;</a:t>
            </a:r>
          </a:p>
          <a:p>
            <a:r>
              <a:rPr lang="en-IN" dirty="0"/>
              <a:t>            padding: 0;</a:t>
            </a:r>
          </a:p>
          <a:p>
            <a:r>
              <a:rPr lang="en-IN" dirty="0"/>
              <a:t>            box-sizing: border-box;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84237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F31C1-8784-095D-2B12-29FF4A94A1BA}"/>
              </a:ext>
            </a:extLst>
          </p:cNvPr>
          <p:cNvSpPr txBox="1"/>
          <p:nvPr/>
        </p:nvSpPr>
        <p:spPr>
          <a:xfrm>
            <a:off x="422910" y="717679"/>
            <a:ext cx="60944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html {</a:t>
            </a:r>
          </a:p>
          <a:p>
            <a:r>
              <a:rPr lang="en-IN" dirty="0"/>
              <a:t>            scroll-</a:t>
            </a:r>
            <a:r>
              <a:rPr lang="en-IN" dirty="0" err="1"/>
              <a:t>behavior</a:t>
            </a:r>
            <a:r>
              <a:rPr lang="en-IN" dirty="0"/>
              <a:t>: smooth;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body {</a:t>
            </a:r>
          </a:p>
          <a:p>
            <a:r>
              <a:rPr lang="en-IN" dirty="0"/>
              <a:t>            font-family: 'Poppins', sans-serif;</a:t>
            </a:r>
          </a:p>
          <a:p>
            <a:r>
              <a:rPr lang="en-IN" dirty="0"/>
              <a:t>            background: linear-gradient(135deg, #0f0f1a, #240046);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white;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.hero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100px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.hero h1 {</a:t>
            </a:r>
          </a:p>
          <a:p>
            <a:r>
              <a:rPr lang="en-IN" dirty="0"/>
              <a:t>            font-size: 50px;</a:t>
            </a:r>
          </a:p>
          <a:p>
            <a:r>
              <a:rPr lang="en-IN" dirty="0"/>
              <a:t>            font-weight: 700;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80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360F1-7CCB-4C26-E56A-09A6A104F5F1}"/>
              </a:ext>
            </a:extLst>
          </p:cNvPr>
          <p:cNvSpPr txBox="1"/>
          <p:nvPr/>
        </p:nvSpPr>
        <p:spPr>
          <a:xfrm>
            <a:off x="502920" y="850392"/>
            <a:ext cx="8638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.hero p {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#bbbbbb;</a:t>
            </a:r>
          </a:p>
          <a:p>
            <a:r>
              <a:rPr lang="en-IN" dirty="0"/>
              <a:t>    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32ABA-8AF5-955F-AAD7-2E7CF0EED1A5}"/>
              </a:ext>
            </a:extLst>
          </p:cNvPr>
          <p:cNvSpPr txBox="1"/>
          <p:nvPr/>
        </p:nvSpPr>
        <p:spPr>
          <a:xfrm>
            <a:off x="411480" y="2228670"/>
            <a:ext cx="86387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  <a:r>
              <a:rPr lang="en-IN" sz="2000" dirty="0"/>
              <a:t>hero button {</a:t>
            </a:r>
          </a:p>
          <a:p>
            <a:r>
              <a:rPr lang="en-IN" sz="2000" dirty="0"/>
              <a:t>            margin-top: 20px;</a:t>
            </a:r>
          </a:p>
          <a:p>
            <a:r>
              <a:rPr lang="en-IN" sz="2000" dirty="0"/>
              <a:t>            padding: 12px 25px;</a:t>
            </a:r>
          </a:p>
          <a:p>
            <a:r>
              <a:rPr lang="en-IN" sz="2000" dirty="0"/>
              <a:t>            border: none;</a:t>
            </a:r>
          </a:p>
          <a:p>
            <a:r>
              <a:rPr lang="en-IN" sz="2000" dirty="0"/>
              <a:t>            background: linear-gradient(45deg, #ff006e, #8338ec);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color</a:t>
            </a:r>
            <a:r>
              <a:rPr lang="en-IN" sz="2000" dirty="0"/>
              <a:t>: white;</a:t>
            </a:r>
          </a:p>
          <a:p>
            <a:r>
              <a:rPr lang="en-IN" sz="2000" dirty="0"/>
              <a:t>            border-radius: 25px;</a:t>
            </a:r>
          </a:p>
          <a:p>
            <a:r>
              <a:rPr lang="en-IN" sz="2000" dirty="0"/>
              <a:t>            cursor: pointer;</a:t>
            </a:r>
          </a:p>
          <a:p>
            <a:r>
              <a:rPr lang="en-IN" sz="2000" dirty="0"/>
              <a:t>            transition: 0.3s;</a:t>
            </a:r>
          </a:p>
          <a:p>
            <a:r>
              <a:rPr lang="en-IN" sz="2000" dirty="0"/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20241-6ABC-CBDA-0854-2A8EFAD1CCAA}"/>
              </a:ext>
            </a:extLst>
          </p:cNvPr>
          <p:cNvSpPr txBox="1"/>
          <p:nvPr/>
        </p:nvSpPr>
        <p:spPr>
          <a:xfrm>
            <a:off x="411480" y="554014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.hero </a:t>
            </a:r>
            <a:r>
              <a:rPr lang="en-IN" dirty="0" err="1"/>
              <a:t>button:hover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scale(1.05);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48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8A21D-0E35-72F1-46EC-D47FDEE221D8}"/>
              </a:ext>
            </a:extLst>
          </p:cNvPr>
          <p:cNvSpPr txBox="1"/>
          <p:nvPr/>
        </p:nvSpPr>
        <p:spPr>
          <a:xfrm>
            <a:off x="539496" y="1028343"/>
            <a:ext cx="86022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section {</a:t>
            </a:r>
          </a:p>
          <a:p>
            <a:r>
              <a:rPr lang="en-IN" dirty="0"/>
              <a:t>            padding: 50px;</a:t>
            </a:r>
          </a:p>
          <a:p>
            <a:r>
              <a:rPr lang="en-IN" dirty="0"/>
              <a:t>            margin: 20px;</a:t>
            </a:r>
          </a:p>
          <a:p>
            <a:r>
              <a:rPr lang="en-IN" dirty="0"/>
              <a:t>            background: </a:t>
            </a:r>
            <a:r>
              <a:rPr lang="en-IN" dirty="0" err="1"/>
              <a:t>rgba</a:t>
            </a:r>
            <a:r>
              <a:rPr lang="en-IN" dirty="0"/>
              <a:t>(255,255,255,0.07);</a:t>
            </a:r>
          </a:p>
          <a:p>
            <a:r>
              <a:rPr lang="en-IN" dirty="0"/>
              <a:t>            border-radius: 20px;</a:t>
            </a:r>
          </a:p>
          <a:p>
            <a:r>
              <a:rPr lang="en-IN" dirty="0"/>
              <a:t>            backdrop-filter: blur(10px);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h2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margin-bottom: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margin-bottom: 20px;</a:t>
            </a:r>
          </a:p>
          <a:p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51826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500B3-8F8A-ACAD-0BB4-0977F8EA9B46}"/>
              </a:ext>
            </a:extLst>
          </p:cNvPr>
          <p:cNvSpPr txBox="1"/>
          <p:nvPr/>
        </p:nvSpPr>
        <p:spPr>
          <a:xfrm>
            <a:off x="365760" y="525191"/>
            <a:ext cx="86662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.filters input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label {</a:t>
            </a:r>
          </a:p>
          <a:p>
            <a:r>
              <a:rPr lang="en-IN" dirty="0"/>
              <a:t>            padding: 10px 20px;</a:t>
            </a:r>
          </a:p>
          <a:p>
            <a:r>
              <a:rPr lang="en-IN" dirty="0"/>
              <a:t>            margin: 5px;</a:t>
            </a:r>
          </a:p>
          <a:p>
            <a:r>
              <a:rPr lang="en-IN" dirty="0"/>
              <a:t>            background: linear-gradient(45deg, #ff006e, #8338ec);</a:t>
            </a:r>
          </a:p>
          <a:p>
            <a:r>
              <a:rPr lang="en-IN" dirty="0"/>
              <a:t>            border-radius: 20px;</a:t>
            </a:r>
          </a:p>
          <a:p>
            <a:r>
              <a:rPr lang="en-IN" dirty="0"/>
              <a:t>            cursor: pointer;</a:t>
            </a:r>
          </a:p>
          <a:p>
            <a:r>
              <a:rPr lang="en-IN" dirty="0"/>
              <a:t>            transition: 0.3s;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</a:t>
            </a:r>
            <a:r>
              <a:rPr lang="en-IN" dirty="0" err="1"/>
              <a:t>label:hover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scale(1.1);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.gallery {</a:t>
            </a:r>
          </a:p>
          <a:p>
            <a:r>
              <a:rPr lang="en-IN" dirty="0"/>
              <a:t>            display: grid;</a:t>
            </a:r>
          </a:p>
          <a:p>
            <a:r>
              <a:rPr lang="en-IN" dirty="0"/>
              <a:t>            grid-template-columns: repeat(3, 1fr);</a:t>
            </a:r>
          </a:p>
          <a:p>
            <a:r>
              <a:rPr lang="en-IN" dirty="0"/>
              <a:t>            gap: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93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079007-9506-2596-B52B-3D190EE51640}"/>
              </a:ext>
            </a:extLst>
          </p:cNvPr>
          <p:cNvSpPr txBox="1"/>
          <p:nvPr/>
        </p:nvSpPr>
        <p:spPr>
          <a:xfrm>
            <a:off x="557784" y="751344"/>
            <a:ext cx="85839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.item {</a:t>
            </a:r>
          </a:p>
          <a:p>
            <a:r>
              <a:rPr lang="en-IN" dirty="0"/>
              <a:t>            overflow: hidden;</a:t>
            </a:r>
          </a:p>
          <a:p>
            <a:r>
              <a:rPr lang="en-IN" dirty="0"/>
              <a:t>            border-radius: 15px;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.gallery </a:t>
            </a:r>
            <a:r>
              <a:rPr lang="en-IN" dirty="0" err="1"/>
              <a:t>img</a:t>
            </a:r>
            <a:r>
              <a:rPr lang="en-IN" dirty="0"/>
              <a:t>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transition: 0.4s;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.gallery </a:t>
            </a:r>
            <a:r>
              <a:rPr lang="en-IN" dirty="0" err="1"/>
              <a:t>img:hover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scale(1.1);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#logos:checked ~ .gallery .poster,</a:t>
            </a:r>
          </a:p>
          <a:p>
            <a:r>
              <a:rPr lang="en-IN" dirty="0"/>
              <a:t>        #logos:checked ~ .gallery .social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98484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FC7145-2EA8-B536-85BB-09AD956794D3}"/>
              </a:ext>
            </a:extLst>
          </p:cNvPr>
          <p:cNvSpPr txBox="1"/>
          <p:nvPr/>
        </p:nvSpPr>
        <p:spPr>
          <a:xfrm>
            <a:off x="667512" y="612845"/>
            <a:ext cx="84742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#posters:checked ~ .gallery .logo,</a:t>
            </a:r>
          </a:p>
          <a:p>
            <a:r>
              <a:rPr lang="en-IN" dirty="0"/>
              <a:t>        #posters:checked ~ .gallery .social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#all:checked ~ .gallery .item {</a:t>
            </a:r>
          </a:p>
          <a:p>
            <a:r>
              <a:rPr lang="en-IN" dirty="0"/>
              <a:t>            display: block;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</a:t>
            </a:r>
          </a:p>
          <a:p>
            <a:r>
              <a:rPr lang="en-IN" dirty="0"/>
              <a:t>        .slider {</a:t>
            </a:r>
          </a:p>
          <a:p>
            <a:r>
              <a:rPr lang="en-IN" dirty="0"/>
              <a:t>            overflow: hidden;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.slides {</a:t>
            </a:r>
          </a:p>
          <a:p>
            <a:r>
              <a:rPr lang="en-IN" dirty="0"/>
              <a:t>            display: flex;</a:t>
            </a:r>
          </a:p>
          <a:p>
            <a:r>
              <a:rPr lang="en-IN" dirty="0"/>
              <a:t>            width: 300%;</a:t>
            </a:r>
          </a:p>
          <a:p>
            <a:r>
              <a:rPr lang="en-IN" dirty="0"/>
              <a:t>            animation: slide 9s infinite;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89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312AF2-6D0C-AE48-2BA9-F15D51EF7CA9}"/>
              </a:ext>
            </a:extLst>
          </p:cNvPr>
          <p:cNvSpPr txBox="1"/>
          <p:nvPr/>
        </p:nvSpPr>
        <p:spPr>
          <a:xfrm>
            <a:off x="521208" y="889844"/>
            <a:ext cx="86205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.slide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30px;</a:t>
            </a:r>
          </a:p>
          <a:p>
            <a:r>
              <a:rPr lang="en-IN" dirty="0"/>
              <a:t>            background: </a:t>
            </a:r>
            <a:r>
              <a:rPr lang="en-IN" dirty="0" err="1"/>
              <a:t>rgba</a:t>
            </a:r>
            <a:r>
              <a:rPr lang="en-IN" dirty="0"/>
              <a:t>(0,0,0,0.4);</a:t>
            </a:r>
          </a:p>
          <a:p>
            <a:r>
              <a:rPr lang="en-IN" dirty="0"/>
              <a:t>            border-radius: 15px;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@keyframes slide {</a:t>
            </a:r>
          </a:p>
          <a:p>
            <a:r>
              <a:rPr lang="en-IN" dirty="0"/>
              <a:t>            0% {margin-left: 0;}</a:t>
            </a:r>
          </a:p>
          <a:p>
            <a:r>
              <a:rPr lang="en-IN" dirty="0"/>
              <a:t>            33% {margin-left: -100%;}</a:t>
            </a:r>
          </a:p>
          <a:p>
            <a:r>
              <a:rPr lang="en-IN" dirty="0"/>
              <a:t>            66% {margin-left: -200%;}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form {</a:t>
            </a:r>
          </a:p>
          <a:p>
            <a:r>
              <a:rPr lang="en-IN" dirty="0"/>
              <a:t>            max-width: 400px;</a:t>
            </a:r>
          </a:p>
          <a:p>
            <a:r>
              <a:rPr lang="en-IN" dirty="0"/>
              <a:t>            margin: auto;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54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BC27AA-9110-0B87-1FC2-543AE133FD62}"/>
              </a:ext>
            </a:extLst>
          </p:cNvPr>
          <p:cNvSpPr txBox="1"/>
          <p:nvPr/>
        </p:nvSpPr>
        <p:spPr>
          <a:xfrm>
            <a:off x="475488" y="900095"/>
            <a:ext cx="86387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input, </a:t>
            </a:r>
            <a:r>
              <a:rPr lang="en-IN" dirty="0" err="1"/>
              <a:t>textarea</a:t>
            </a:r>
            <a:r>
              <a:rPr lang="en-IN" dirty="0"/>
              <a:t>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padding: 12px;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border-radius: 8px;</a:t>
            </a:r>
          </a:p>
          <a:p>
            <a:r>
              <a:rPr lang="en-IN" dirty="0"/>
              <a:t>            border: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button {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padding: 12px;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background: linear-gradient(45deg, #ff006e, #8338ec);</a:t>
            </a:r>
          </a:p>
          <a:p>
            <a:r>
              <a:rPr lang="en-IN" dirty="0"/>
              <a:t>            border: none;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white;</a:t>
            </a:r>
          </a:p>
          <a:p>
            <a:r>
              <a:rPr lang="en-IN" dirty="0"/>
              <a:t>            border-radius: 8px;</a:t>
            </a:r>
          </a:p>
          <a:p>
            <a:r>
              <a:rPr lang="en-IN" dirty="0"/>
              <a:t>            cursor: pointer;</a:t>
            </a:r>
          </a:p>
          <a:p>
            <a:r>
              <a:rPr lang="en-IN" dirty="0"/>
              <a:t>            transition: 0.3s;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6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40675-767D-36B2-0E0C-F55BF7523EBC}"/>
              </a:ext>
            </a:extLst>
          </p:cNvPr>
          <p:cNvSpPr txBox="1"/>
          <p:nvPr/>
        </p:nvSpPr>
        <p:spPr>
          <a:xfrm>
            <a:off x="539496" y="197346"/>
            <a:ext cx="860221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button:hover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scale(1.05);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footer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20px;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#bbbbbb;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</a:t>
            </a:r>
          </a:p>
          <a:p>
            <a:r>
              <a:rPr lang="en-IN" dirty="0"/>
              <a:t>        @media (max-width: 768px) {</a:t>
            </a:r>
          </a:p>
          <a:p>
            <a:r>
              <a:rPr lang="en-IN" dirty="0"/>
              <a:t>            .gallery {</a:t>
            </a:r>
          </a:p>
          <a:p>
            <a:r>
              <a:rPr lang="en-IN" dirty="0"/>
              <a:t>                grid-template-columns: repeat(2, 1fr);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@media (max-width: 480px) {</a:t>
            </a:r>
          </a:p>
          <a:p>
            <a:r>
              <a:rPr lang="en-IN" dirty="0"/>
              <a:t>            .gallery {</a:t>
            </a:r>
          </a:p>
          <a:p>
            <a:r>
              <a:rPr lang="en-IN" dirty="0"/>
              <a:t>                grid-template-columns: 1fr;</a:t>
            </a:r>
          </a:p>
          <a:p>
            <a:r>
              <a:rPr lang="en-IN" dirty="0"/>
              <a:t>    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12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E2C1D-908D-11A0-A05C-4E03651F45CE}"/>
              </a:ext>
            </a:extLst>
          </p:cNvPr>
          <p:cNvSpPr txBox="1"/>
          <p:nvPr/>
        </p:nvSpPr>
        <p:spPr>
          <a:xfrm>
            <a:off x="512064" y="889844"/>
            <a:ext cx="86296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.hero h1 {</a:t>
            </a:r>
          </a:p>
          <a:p>
            <a:r>
              <a:rPr lang="en-IN" dirty="0"/>
              <a:t>                font-size: 30px;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&lt;/style&gt;</a:t>
            </a:r>
          </a:p>
          <a:p>
            <a:r>
              <a:rPr lang="en-IN" dirty="0"/>
              <a:t>&lt;/head&gt;</a:t>
            </a:r>
          </a:p>
          <a:p>
            <a:endParaRPr lang="en-IN" dirty="0"/>
          </a:p>
          <a:p>
            <a:r>
              <a:rPr lang="en-IN" dirty="0"/>
              <a:t>&lt;body&gt;</a:t>
            </a:r>
          </a:p>
          <a:p>
            <a:r>
              <a:rPr lang="en-IN" dirty="0"/>
              <a:t>&lt;div class="hero"&gt;</a:t>
            </a:r>
          </a:p>
          <a:p>
            <a:r>
              <a:rPr lang="en-IN" dirty="0"/>
              <a:t>    &lt;h1&gt;Alviya's Designs&lt;/h1&gt;</a:t>
            </a:r>
          </a:p>
          <a:p>
            <a:r>
              <a:rPr lang="en-IN" dirty="0"/>
              <a:t>    &lt;p&gt;Creative Graphic Designer | Logos • Posters • Social Media&lt;/p&gt;</a:t>
            </a:r>
          </a:p>
          <a:p>
            <a:endParaRPr lang="en-IN" dirty="0"/>
          </a:p>
          <a:p>
            <a:r>
              <a:rPr lang="en-IN" dirty="0"/>
              <a:t>       &lt;a </a:t>
            </a:r>
            <a:r>
              <a:rPr lang="en-IN" dirty="0" err="1"/>
              <a:t>href</a:t>
            </a:r>
            <a:r>
              <a:rPr lang="en-IN" dirty="0"/>
              <a:t>="#work"&gt;</a:t>
            </a:r>
          </a:p>
          <a:p>
            <a:r>
              <a:rPr lang="en-IN" dirty="0"/>
              <a:t>        &lt;button&gt;View My Work&lt;/button&gt;</a:t>
            </a:r>
          </a:p>
          <a:p>
            <a:r>
              <a:rPr lang="en-IN" dirty="0"/>
              <a:t>    &lt;/a&gt;</a:t>
            </a:r>
          </a:p>
          <a:p>
            <a:r>
              <a:rPr lang="en-IN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38657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DCC01-496D-E814-E9F7-FD9EE36C7469}"/>
              </a:ext>
            </a:extLst>
          </p:cNvPr>
          <p:cNvSpPr txBox="1"/>
          <p:nvPr/>
        </p:nvSpPr>
        <p:spPr>
          <a:xfrm>
            <a:off x="448056" y="703177"/>
            <a:ext cx="85382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&lt;section id="work"&gt;</a:t>
            </a:r>
          </a:p>
          <a:p>
            <a:r>
              <a:rPr lang="en-IN" dirty="0"/>
              <a:t>    &lt;h2&gt;My Work&lt;/h2&gt;</a:t>
            </a:r>
          </a:p>
          <a:p>
            <a:endParaRPr lang="en-IN" dirty="0"/>
          </a:p>
          <a:p>
            <a:r>
              <a:rPr lang="en-IN" dirty="0"/>
              <a:t>    &lt;div class="filters"&gt;</a:t>
            </a:r>
          </a:p>
          <a:p>
            <a:r>
              <a:rPr lang="en-IN" dirty="0"/>
              <a:t>        &lt;input type="radio" name="filter" id="all" checked&gt;</a:t>
            </a:r>
          </a:p>
          <a:p>
            <a:r>
              <a:rPr lang="en-IN" dirty="0"/>
              <a:t>        &lt;label for="all"&gt;All&lt;/label&gt;</a:t>
            </a:r>
          </a:p>
          <a:p>
            <a:endParaRPr lang="en-IN" dirty="0"/>
          </a:p>
          <a:p>
            <a:r>
              <a:rPr lang="en-IN" dirty="0"/>
              <a:t>        &lt;input type="radio" name="filter" id="logos"&gt;</a:t>
            </a:r>
          </a:p>
          <a:p>
            <a:r>
              <a:rPr lang="en-IN" dirty="0"/>
              <a:t>        &lt;label for="logos"&gt;Logos&lt;/label&gt;</a:t>
            </a:r>
          </a:p>
          <a:p>
            <a:endParaRPr lang="en-IN" dirty="0"/>
          </a:p>
          <a:p>
            <a:r>
              <a:rPr lang="en-IN" dirty="0"/>
              <a:t>        &lt;input type="radio" name="filter" id="posters"&gt;</a:t>
            </a:r>
          </a:p>
          <a:p>
            <a:r>
              <a:rPr lang="en-IN" dirty="0"/>
              <a:t>        &lt;label for="posters"&gt;Posters&lt;/label&gt;</a:t>
            </a:r>
          </a:p>
          <a:p>
            <a:r>
              <a:rPr lang="en-IN" dirty="0"/>
              <a:t>    &lt;/div&gt;</a:t>
            </a:r>
          </a:p>
          <a:p>
            <a:r>
              <a:rPr lang="en-IN" dirty="0"/>
              <a:t>&lt;div class="gallery"&gt;</a:t>
            </a:r>
          </a:p>
          <a:p>
            <a:r>
              <a:rPr lang="en-IN" dirty="0"/>
              <a:t>        &lt;div class="item logo"&gt;&lt;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="logo1.jpg"&gt;&lt;/div&gt;</a:t>
            </a:r>
          </a:p>
          <a:p>
            <a:r>
              <a:rPr lang="en-IN" dirty="0"/>
              <a:t>        &lt;div class="item poster"&gt;&lt;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="poster1.jpeg"&gt;&lt;/div&gt;</a:t>
            </a:r>
          </a:p>
          <a:p>
            <a:r>
              <a:rPr lang="en-IN" dirty="0"/>
              <a:t>        &lt;div class="item social"&gt;&lt;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="social1.jpeg"&gt;&lt;/div&gt;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68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306C6-8497-C208-F959-8F4C6975778C}"/>
              </a:ext>
            </a:extLst>
          </p:cNvPr>
          <p:cNvSpPr txBox="1"/>
          <p:nvPr/>
        </p:nvSpPr>
        <p:spPr>
          <a:xfrm>
            <a:off x="477774" y="688908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class="item logo"&gt;&lt;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="logo2.jpg"&gt;&lt;/div&gt;</a:t>
            </a:r>
          </a:p>
          <a:p>
            <a:r>
              <a:rPr lang="en-IN" dirty="0"/>
              <a:t>        &lt;div class="item poster"&gt;&lt;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="poster2.jpeg"&gt;&lt;/div&gt;</a:t>
            </a:r>
          </a:p>
          <a:p>
            <a:r>
              <a:rPr lang="en-IN" dirty="0"/>
              <a:t>        &lt;div class="item social"&gt;&lt;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="social2.jpeg"&gt;&lt;/div&gt;</a:t>
            </a:r>
          </a:p>
          <a:p>
            <a:r>
              <a:rPr lang="en-IN" dirty="0"/>
              <a:t>    &lt;/div&gt;</a:t>
            </a:r>
          </a:p>
          <a:p>
            <a:r>
              <a:rPr lang="en-IN" dirty="0"/>
              <a:t>&lt;/section&gt;</a:t>
            </a:r>
          </a:p>
          <a:p>
            <a:endParaRPr lang="en-IN" dirty="0"/>
          </a:p>
          <a:p>
            <a:r>
              <a:rPr lang="en-IN" dirty="0"/>
              <a:t>&lt;section&gt;</a:t>
            </a:r>
          </a:p>
          <a:p>
            <a:r>
              <a:rPr lang="en-IN" dirty="0"/>
              <a:t>    &lt;h2&gt;Testimonials&lt;/h2&gt;</a:t>
            </a:r>
          </a:p>
          <a:p>
            <a:endParaRPr lang="en-IN" dirty="0"/>
          </a:p>
          <a:p>
            <a:r>
              <a:rPr lang="en-IN" dirty="0"/>
              <a:t>    &lt;div class="slider"&gt;</a:t>
            </a:r>
          </a:p>
          <a:p>
            <a:r>
              <a:rPr lang="en-IN" dirty="0"/>
              <a:t>        &lt;div class="slides"&gt;</a:t>
            </a:r>
          </a:p>
          <a:p>
            <a:r>
              <a:rPr lang="en-US" dirty="0"/>
              <a:t>&lt;div class="slide"&gt;"Amazing work!" - Client A&lt;/div&gt;</a:t>
            </a:r>
          </a:p>
          <a:p>
            <a:r>
              <a:rPr lang="en-US" dirty="0"/>
              <a:t>            &lt;div class="slide"&gt;"Very professional!" - Client B&lt;/div&gt;</a:t>
            </a:r>
          </a:p>
          <a:p>
            <a:r>
              <a:rPr lang="en-US" dirty="0"/>
              <a:t>            &lt;div class="slide"&gt;"Loved the designs!" - Client C&lt;/div&gt;</a:t>
            </a:r>
          </a:p>
          <a:p>
            <a:r>
              <a:rPr lang="en-US" dirty="0"/>
              <a:t>        &lt;/div&gt;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&lt;/section&gt;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59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01A367-A81D-5538-171F-AA52BD77915D}"/>
              </a:ext>
            </a:extLst>
          </p:cNvPr>
          <p:cNvSpPr txBox="1"/>
          <p:nvPr/>
        </p:nvSpPr>
        <p:spPr>
          <a:xfrm>
            <a:off x="697230" y="845463"/>
            <a:ext cx="6094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&lt;section&gt;</a:t>
            </a:r>
          </a:p>
          <a:p>
            <a:r>
              <a:rPr lang="en-IN" dirty="0"/>
              <a:t>    &lt;h2&gt;Contact Me&lt;/h2&gt;</a:t>
            </a:r>
          </a:p>
          <a:p>
            <a:endParaRPr lang="en-IN" dirty="0"/>
          </a:p>
          <a:p>
            <a:r>
              <a:rPr lang="en-IN" dirty="0"/>
              <a:t>    &lt;form&gt;</a:t>
            </a:r>
          </a:p>
          <a:p>
            <a:r>
              <a:rPr lang="en-IN" dirty="0"/>
              <a:t>        &lt;input type="text" placeholder="Your Name"&gt;</a:t>
            </a:r>
          </a:p>
          <a:p>
            <a:r>
              <a:rPr lang="en-IN" dirty="0"/>
              <a:t>        &lt;input type="email" placeholder="Your Email"&gt;</a:t>
            </a:r>
          </a:p>
          <a:p>
            <a:r>
              <a:rPr lang="en-IN" dirty="0"/>
              <a:t>        &lt;</a:t>
            </a:r>
            <a:r>
              <a:rPr lang="en-IN" dirty="0" err="1"/>
              <a:t>textarea</a:t>
            </a:r>
            <a:r>
              <a:rPr lang="en-IN" dirty="0"/>
              <a:t> placeholder="Your Message"&gt;&lt;/</a:t>
            </a:r>
            <a:r>
              <a:rPr lang="en-IN" dirty="0" err="1"/>
              <a:t>textarea</a:t>
            </a:r>
            <a:r>
              <a:rPr lang="en-IN" dirty="0"/>
              <a:t>&gt;</a:t>
            </a:r>
          </a:p>
          <a:p>
            <a:r>
              <a:rPr lang="en-IN" dirty="0"/>
              <a:t>        &lt;button&gt;Send Message&lt;/button&gt;</a:t>
            </a:r>
          </a:p>
          <a:p>
            <a:r>
              <a:rPr lang="en-IN" dirty="0"/>
              <a:t>    &lt;/form&gt;</a:t>
            </a:r>
          </a:p>
          <a:p>
            <a:r>
              <a:rPr lang="en-IN" dirty="0"/>
              <a:t>&lt;/section&gt;</a:t>
            </a:r>
          </a:p>
          <a:p>
            <a:endParaRPr lang="en-IN" dirty="0"/>
          </a:p>
          <a:p>
            <a:r>
              <a:rPr lang="en-IN" dirty="0"/>
              <a:t>&lt;footer&gt;</a:t>
            </a:r>
          </a:p>
          <a:p>
            <a:r>
              <a:rPr lang="en-IN" dirty="0"/>
              <a:t>    © 2026 Alviya Designs</a:t>
            </a:r>
          </a:p>
          <a:p>
            <a:r>
              <a:rPr lang="en-IN" dirty="0"/>
              <a:t>&lt;/footer&gt;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37136699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</TotalTime>
  <Words>1321</Words>
  <Application>Microsoft Office PowerPoint</Application>
  <PresentationFormat>Widescreen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Gill Sans MT</vt:lpstr>
      <vt:lpstr>Wingdings 2</vt:lpstr>
      <vt:lpstr>Dividend</vt:lpstr>
      <vt:lpstr>                         PORTFOLIO</vt:lpstr>
      <vt:lpstr>CODE (CSS)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alviyansheikh@gmail.com</dc:creator>
  <cp:lastModifiedBy>alviyansheikh@gmail.com</cp:lastModifiedBy>
  <cp:revision>2</cp:revision>
  <dcterms:created xsi:type="dcterms:W3CDTF">2026-04-12T16:21:47Z</dcterms:created>
  <dcterms:modified xsi:type="dcterms:W3CDTF">2026-04-14T15:39:25Z</dcterms:modified>
</cp:coreProperties>
</file>